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27C629-B606-FD28-B3A9-7C0F802FD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2BC169D-2CC4-2741-B3A5-1800C06F1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769E4F1-435E-1799-D8C6-A545D24EB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DA1A-4092-441F-A638-FBE864D99250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A988E69-5D0A-F0C3-8E74-6C0F379B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BD02E2B-44CC-DFFF-2316-A83C502F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10C9-6E5F-4C7C-B130-EF3C56D1D1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4571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AC4F12-DCAC-348F-3DF5-98229C26E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46488E-74B9-A137-146C-A7332F1DE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D2CD34C-CE64-C349-842C-CFB5F4DF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DA1A-4092-441F-A638-FBE864D99250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0587D3F-7E60-9072-4AB9-7E42D4D86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AA7D0B2-2613-2B26-2F4C-56EE2B13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10C9-6E5F-4C7C-B130-EF3C56D1D1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973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2F4E02-A9D0-E9D1-A2F4-F4020408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0DC3AEF-7C9A-720D-B64E-BBB4DCC7A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D839E1-93F4-FC4F-CF2E-AF048622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DA1A-4092-441F-A638-FBE864D99250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508CC3A-ACBF-5812-618B-A746BAA51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146C95D-7518-112B-FD15-C578B224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10C9-6E5F-4C7C-B130-EF3C56D1D1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53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9BB447-A648-29E1-B1FD-73621540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D23884-01D4-368D-86AE-3A58E283C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CFFF41B-69A8-0300-593F-2E02BC2BB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2654F63-D4EA-934F-B06A-951430F4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DA1A-4092-441F-A638-FBE864D99250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CB381B0-33DE-1BF9-D3E0-AAE062AAC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498BCFB-4653-CA01-AECC-2645CDD3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10C9-6E5F-4C7C-B130-EF3C56D1D1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1942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E2DCF4-7CA4-90FD-CF5C-55FA5C6C2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70ECA1E-B667-C0D9-A264-3F45ADB9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00C309A-53FE-CAF4-C23B-4FB88B25E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72DDFE5-7A5A-E388-2A3F-DD76684BC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B9A46B4-F9C9-B9FB-B5F1-3326D7B057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741568F-497A-DFA7-5E32-16ABB7BDF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DA1A-4092-441F-A638-FBE864D99250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3755293-43F1-4FA9-90F9-D593C3555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2B2D60A-62EF-F640-810F-E56BF119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10C9-6E5F-4C7C-B130-EF3C56D1D1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4812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DEDD24-FC9A-DEDB-EEFF-BF7E5F23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B5E1B7D-150B-1518-D19B-B49B307C8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DA1A-4092-441F-A638-FBE864D99250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91D060D-47B9-495A-5BA5-7D7D2261F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8C33528-5B32-20D1-D3FC-CB51C686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10C9-6E5F-4C7C-B130-EF3C56D1D1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0928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3C9A10A-F9EC-34AE-3B5F-DC9F1E931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DA1A-4092-441F-A638-FBE864D99250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7FA830B-DC48-094A-ED7D-08786B8FB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7FF1921-33D5-8A27-755D-A3AEC68E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10C9-6E5F-4C7C-B130-EF3C56D1D1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4681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763A46-B4ED-3AC3-474E-C167032E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47CBBC-49AF-770A-AEFD-9BC523E96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B1A7794-326C-E057-5912-B21FA5A81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B842552-F80E-5E00-61C7-7C5A9707B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DA1A-4092-441F-A638-FBE864D99250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6DDBC52-3FBC-1CD4-C59A-739CCD51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E55A2B1-35D9-1D2D-CF64-0FB73C52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10C9-6E5F-4C7C-B130-EF3C56D1D1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096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8A78C2-FCE1-1ACB-55E3-D58415590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187EAB69-E33F-7A50-3649-58556037C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E02E4D6-8004-6457-7812-985EA8CB9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740B721-E732-EE03-6CD6-33E1A1649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DA1A-4092-441F-A638-FBE864D99250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70E268B-D714-65F3-4199-00459398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A29777B-2F71-9161-7FCA-3E5B8361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10C9-6E5F-4C7C-B130-EF3C56D1D1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976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F0FEFB-A185-7F44-52E1-C3F8F932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7F95183-4187-DF18-5F23-054694016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7357E8F-8C34-5DC2-96DA-EF93D0E51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DA1A-4092-441F-A638-FBE864D99250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BC5D035-1EE8-5592-E2FA-9B3E726E5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21993C9-59FB-0A21-3C00-1D6C37CB8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10C9-6E5F-4C7C-B130-EF3C56D1D1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9605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BA5FACA7-F0B9-29DD-16A2-B90F8CD94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5D9E71B-B221-3CDC-6223-5133DBDA0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625F95D-6122-186D-98EC-3F5B14CB3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DA1A-4092-441F-A638-FBE864D99250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E360200-55E4-5FF0-1FDB-13F9ABB9B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3B20264-4CF6-0EA4-AC6D-FED72DAC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10C9-6E5F-4C7C-B130-EF3C56D1D1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3340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8D05F47-3878-7985-6492-60BE32789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23247D3-4A3F-3966-8064-1F1EF2ABD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676643E-3D27-F7FB-5D28-9B8786B1F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4DA1A-4092-441F-A638-FBE864D99250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DFAFEDF-3E06-F78C-FDBF-3BEC747D1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888D505-015D-0D6A-92B0-2DAA4D588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310C9-6E5F-4C7C-B130-EF3C56D1D1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724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F4DD4A-5BD1-519F-20FB-D9A9BEDFA7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8C3B6F5-101A-2A94-7299-8C30A5D87C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450D88D-B182-3141-0AE7-39A835A6B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2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41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12DA75-710C-C036-5FD1-096BCE7E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7B0BB0F0-4CA9-F4BA-B63E-9341BBBB9D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4534" y="1825625"/>
            <a:ext cx="7582932" cy="435133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274BBD6-7677-3EA9-66B9-AEBDABC33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9087"/>
            <a:ext cx="12192000" cy="694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9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677592-0756-A22E-28BF-0C39F163A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80C0F8E-C89E-7388-1EE4-63B07BAB8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55D2EEA-2756-1B50-7440-0B8A8FFDC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192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93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0DE645-5D7B-200B-45A7-8D1EEB77F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2ACBC6-2587-1163-0A89-40DC93B84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1A9C8EF-DA54-5D07-1B0D-12054CD97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209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01B9B7-A08A-3D7B-1901-D3288537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CD0AD31-2F69-DBAB-DE5F-D16A12D3D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879491A-D08A-4393-8A08-201618180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51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D812EF-5036-A687-78FF-E68F0AEA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550B72-24C3-F73B-F964-7803B9ED3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E10D1A1-456A-3ECA-77C0-1BC33B322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73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49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403DEED-CF63-498D-39E0-3C62E92E8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388820-C8AC-B16B-8F74-07BA6DF78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DC25AD0-C19E-D490-ADCE-F80248269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8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876B06-D45E-C743-5F5D-65148F632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F0E24E2-3908-C5F4-D572-A5964ED9E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F80E078-EADB-0FDD-911A-B5D9A015E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31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114AAC-041F-EAB4-38C4-34F9AB30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AF63BB-7724-F042-9154-F12B76709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2F1C3E0-599D-B942-2822-A45732EA2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64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C69919-E774-CFBE-C68E-DBB541CF6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E83B18-8D37-4CB5-1B6C-6B8FD0702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09F7025-D4BA-284A-56F5-551746D75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48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1B56D1-5473-8D6C-5412-D721CE4F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E24839-9C4D-368A-E8E3-008CB29D8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8B11AC8-B56F-E40A-A8CE-6D173515A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28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92996B-D13C-FC70-08AD-3A714E73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4B7B64-CBC9-C773-20CA-94E99A03E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7CE8B20-0B16-7B7F-D40B-4415D90E3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913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17C5D0-FE2B-8F6E-BB4B-79E5B66AA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107D96-1980-7391-2C5F-FBDE7643C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79A71CD-F245-E97C-9FD6-188F1D374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194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192AD0-3F94-9742-4CF5-8105EBDC6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AC6F70-72E9-9AEF-283B-3998D1FE7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84F9B0C-95DC-3BFB-8D8F-6ADE4F439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75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036CD4-508D-F7A4-D640-C3E2BF380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188D302-783A-903D-339A-417387479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384B2C4-1ADF-95D7-8FFF-191C79831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85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2355F2-1F5D-082A-B2FC-296D3695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40C6F1B-04E4-01FE-CE5F-25FB7F369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98BA319-80BE-F2E7-7C2E-7AD93FBC4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06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Szélesvásznú</PresentationFormat>
  <Paragraphs>0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Szabó Bálint</dc:creator>
  <cp:lastModifiedBy>Szabó Bálint</cp:lastModifiedBy>
  <cp:revision>2</cp:revision>
  <dcterms:created xsi:type="dcterms:W3CDTF">2026-06-01T00:37:04Z</dcterms:created>
  <dcterms:modified xsi:type="dcterms:W3CDTF">2026-06-01T01:06:11Z</dcterms:modified>
</cp:coreProperties>
</file>